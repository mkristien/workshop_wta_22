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jpeg" ContentType="image/jpeg"/>
  <Override PartName="/ppt/media/image3.jpeg" ContentType="image/jpe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svg" ContentType="image/sv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1914D6-B67E-472A-9374-877A6FFDB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3FE374-81CE-425B-A08F-CB239BD69B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AFDA7F-8E48-4482-B222-CD9692C3A5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7F126C7-BD4B-4703-98BD-D40E8286BC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B2AE57F-2C62-444A-B8F8-7AC59C9B89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3847DB-6B37-4C75-9D29-C03533CC46FD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81822E-FB5A-4C8B-9597-E25F1D0A2B3C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AF29EE-8327-4BA4-9F3A-CDC48DCB5E3B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E7CE40-7476-46B9-A5BE-980F39F0F0C5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36CEAA-3E57-4BC2-ACAE-B99175E1B7C1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803357-C9D2-4069-A728-B5A017B8661B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3FB45-636A-482C-A84A-B5B939D61549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127092-CC13-428C-A51F-FDBEE829E6BF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3921CC-27B5-4782-8C12-FAB225FD34BC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4EF4F-839C-45C8-81CF-8102026D5E7D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9DE78E-8427-4FFD-891F-895BA767858D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360" y="0"/>
            <a:ext cx="11912400" cy="6857640"/>
          </a:xfrm>
          <a:prstGeom prst="rect">
            <a:avLst/>
          </a:prstGeom>
          <a:gradFill rotWithShape="0">
            <a:gsLst>
              <a:gs pos="25000">
                <a:srgbClr val="3965b5"/>
              </a:gs>
              <a:gs pos="94000">
                <a:srgbClr val="3b3838"/>
              </a:gs>
              <a:gs pos="100000">
                <a:srgbClr val="3b3838"/>
              </a:gs>
            </a:gsLst>
            <a:lin ang="42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9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560920" y="0"/>
            <a:ext cx="6629400" cy="6857640"/>
          </a:xfrm>
          <a:custGeom>
            <a:avLst/>
            <a:gdLst>
              <a:gd name="textAreaLeft" fmla="*/ -360 w 6629400"/>
              <a:gd name="textAreaRight" fmla="*/ 6629400 w 6629400"/>
              <a:gd name="textAreaTop" fmla="*/ 0 h 6857640"/>
              <a:gd name="textAreaBottom" fmla="*/ 6858000 h 6857640"/>
              <a:gd name="GluePoint1X" fmla="*/ 0 w 7554138"/>
              <a:gd name="GluePoint1Y" fmla="*/ 0 h 6857999"/>
              <a:gd name="GluePoint2X" fmla="*/ 7554138 w 7554138"/>
              <a:gd name="GluePoint2Y" fmla="*/ 0 h 6857999"/>
              <a:gd name="GluePoint3X" fmla="*/ 7554138 w 7554138"/>
              <a:gd name="GluePoint3Y" fmla="*/ 6857999 h 6857999"/>
              <a:gd name="GluePoint4X" fmla="*/ 0 w 7554138"/>
              <a:gd name="GluePoint4Y" fmla="*/ 6857999 h 685799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0040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40080" y="1055160"/>
            <a:ext cx="5760360" cy="474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6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8342280" y="1638360"/>
            <a:ext cx="3330000" cy="358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k-SK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Systém správy verzií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k-SK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Martin Krištien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560" y="0"/>
            <a:ext cx="10909800" cy="6857640"/>
          </a:xfrm>
          <a:prstGeom prst="rect">
            <a:avLst/>
          </a:prstGeom>
          <a:gradFill rotWithShape="0">
            <a:gsLst>
              <a:gs pos="25000">
                <a:srgbClr val="ed7d31"/>
              </a:gs>
              <a:gs pos="94000">
                <a:srgbClr val="4472c4"/>
              </a:gs>
              <a:gs pos="100000">
                <a:srgbClr val="4472c4"/>
              </a:gs>
            </a:gsLst>
            <a:lin ang="42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16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45240" y="2043720"/>
            <a:ext cx="6104880" cy="203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7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</a:t>
            </a:r>
            <a:br>
              <a:rPr sz="4700"/>
            </a:br>
            <a:r>
              <a:rPr b="0" lang="en-US" sz="47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vs </a:t>
            </a:r>
            <a:br>
              <a:rPr sz="4700"/>
            </a:br>
            <a:r>
              <a:rPr b="0" lang="en-US" sz="47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GitKraken, GitHub</a:t>
            </a:r>
            <a:endParaRPr b="0" lang="en-US" sz="4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360" y="0"/>
            <a:ext cx="11912400" cy="6857640"/>
          </a:xfrm>
          <a:prstGeom prst="rect">
            <a:avLst/>
          </a:prstGeom>
          <a:gradFill rotWithShape="0">
            <a:gsLst>
              <a:gs pos="25000">
                <a:srgbClr val="3965b5"/>
              </a:gs>
              <a:gs pos="94000">
                <a:srgbClr val="3b3838"/>
              </a:gs>
              <a:gs pos="100000">
                <a:srgbClr val="3b3838"/>
              </a:gs>
            </a:gsLst>
            <a:lin ang="42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7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560920" y="0"/>
            <a:ext cx="6629400" cy="6857640"/>
          </a:xfrm>
          <a:custGeom>
            <a:avLst/>
            <a:gdLst>
              <a:gd name="textAreaLeft" fmla="*/ -360 w 6629400"/>
              <a:gd name="textAreaRight" fmla="*/ 6629400 w 6629400"/>
              <a:gd name="textAreaTop" fmla="*/ 0 h 6857640"/>
              <a:gd name="textAreaBottom" fmla="*/ 6858000 h 6857640"/>
              <a:gd name="GluePoint1X" fmla="*/ 0 w 7554138"/>
              <a:gd name="GluePoint1Y" fmla="*/ 0 h 6857999"/>
              <a:gd name="GluePoint2X" fmla="*/ 7554138 w 7554138"/>
              <a:gd name="GluePoint2Y" fmla="*/ 0 h 6857999"/>
              <a:gd name="GluePoint3X" fmla="*/ 7554138 w 7554138"/>
              <a:gd name="GluePoint3Y" fmla="*/ 6857999 h 6857999"/>
              <a:gd name="GluePoint4X" fmla="*/ 0 w 7554138"/>
              <a:gd name="GluePoint4Y" fmla="*/ 6857999 h 685799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0040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40080" y="1055160"/>
            <a:ext cx="5760360" cy="474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Čo je to verziovanie?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288440" y="381600"/>
            <a:ext cx="2199960" cy="3342240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4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966960" y="1204200"/>
            <a:ext cx="2669040" cy="178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sk-SK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 v IT svete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Content Placeholder 4" descr="A close up of a map&#10;&#10;Description automatically generated"/>
          <p:cNvPicPr/>
          <p:nvPr/>
        </p:nvPicPr>
        <p:blipFill>
          <a:blip r:embed="rId1"/>
          <a:stretch/>
        </p:blipFill>
        <p:spPr>
          <a:xfrm>
            <a:off x="4749840" y="952560"/>
            <a:ext cx="6692400" cy="327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6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5918040" y="4280040"/>
            <a:ext cx="2222280" cy="14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8" descr="A picture containing drawing&#10;&#10;Description automatically generated"/>
          <p:cNvPicPr/>
          <p:nvPr/>
        </p:nvPicPr>
        <p:blipFill>
          <a:blip r:embed="rId3"/>
          <a:stretch/>
        </p:blipFill>
        <p:spPr>
          <a:xfrm>
            <a:off x="4749840" y="4280040"/>
            <a:ext cx="1091880" cy="14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10" descr="A picture containing window&#10;&#10;Description automatically generated"/>
          <p:cNvPicPr/>
          <p:nvPr/>
        </p:nvPicPr>
        <p:blipFill>
          <a:blip r:embed="rId4"/>
          <a:stretch/>
        </p:blipFill>
        <p:spPr>
          <a:xfrm>
            <a:off x="8204040" y="4280040"/>
            <a:ext cx="3238200" cy="14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5"/>
          <a:stretch/>
        </p:blipFill>
        <p:spPr>
          <a:xfrm>
            <a:off x="259200" y="3819960"/>
            <a:ext cx="4084200" cy="14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00280" y="1491840"/>
            <a:ext cx="3333240" cy="3498840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4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028880" y="1967400"/>
            <a:ext cx="2628720" cy="254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k-SK" sz="3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Aktivita </a:t>
            </a:r>
            <a:r>
              <a:rPr b="0" lang="en-GB" sz="3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#1</a:t>
            </a:r>
            <a:br>
              <a:rPr sz="3600"/>
            </a:b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 Clone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Content Placeholder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77200" y="1517400"/>
            <a:ext cx="6780240" cy="38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 2"/>
          <p:cNvSpPr/>
          <p:nvPr/>
        </p:nvSpPr>
        <p:spPr>
          <a:xfrm>
            <a:off x="5607720" y="4907880"/>
            <a:ext cx="5299560" cy="54108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1" name="Straight Connector 5"/>
          <p:cNvCxnSpPr/>
          <p:nvPr/>
        </p:nvCxnSpPr>
        <p:spPr>
          <a:xfrm>
            <a:off x="5055480" y="3059640"/>
            <a:ext cx="6192360" cy="360"/>
          </a:xfrm>
          <a:prstGeom prst="straightConnector1">
            <a:avLst/>
          </a:prstGeom>
          <a:ln w="28440">
            <a:solidFill>
              <a:srgbClr val="ff0000"/>
            </a:solidFill>
            <a:prstDash val="dash"/>
            <a:miter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383480" y="2202840"/>
            <a:ext cx="41025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sk-SK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Aktivita</a:t>
            </a: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#2</a:t>
            </a:r>
            <a:br>
              <a:rPr sz="4400"/>
            </a:b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 Add, Commit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Content Placeholder 4" descr="A close up of a sign&#10;&#10;Description automatically generated"/>
          <p:cNvPicPr/>
          <p:nvPr/>
        </p:nvPicPr>
        <p:blipFill>
          <a:blip r:embed="rId1"/>
          <a:stretch/>
        </p:blipFill>
        <p:spPr>
          <a:xfrm>
            <a:off x="6095880" y="1685160"/>
            <a:ext cx="4251240" cy="245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00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Aktivita #3</a:t>
            </a:r>
            <a:br>
              <a:rPr sz="4400"/>
            </a:b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Git </a:t>
            </a:r>
            <a:r>
              <a:rPr b="0" lang="sk-SK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Konflikt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10" descr="A close up of a clock&#10;&#10;Description automatically generated"/>
          <p:cNvPicPr/>
          <p:nvPr/>
        </p:nvPicPr>
        <p:blipFill>
          <a:blip r:embed="rId1"/>
          <a:stretch/>
        </p:blipFill>
        <p:spPr>
          <a:xfrm>
            <a:off x="756360" y="2220480"/>
            <a:ext cx="5939640" cy="24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5" descr="A screenshot of a cell phone&#10;&#10;Description automatically generated"/>
          <p:cNvPicPr/>
          <p:nvPr/>
        </p:nvPicPr>
        <p:blipFill>
          <a:blip r:embed="rId2"/>
          <a:stretch/>
        </p:blipFill>
        <p:spPr>
          <a:xfrm>
            <a:off x="6696360" y="2545200"/>
            <a:ext cx="4940280" cy="167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81840" cy="6857640"/>
          </a:xfrm>
          <a:prstGeom prst="rect">
            <a:avLst/>
          </a:prstGeom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25000">
                <a:srgbClr val="70ad47"/>
              </a:gs>
              <a:gs pos="94000">
                <a:srgbClr val="4472c4"/>
              </a:gs>
              <a:gs pos="100000">
                <a:srgbClr val="4472c4"/>
              </a:gs>
            </a:gsLst>
            <a:lin ang="42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40080" y="2053800"/>
            <a:ext cx="3668760" cy="275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Dom</a:t>
            </a:r>
            <a:r>
              <a:rPr b="0" lang="sk-SK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áca úloha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0480" y="801720"/>
            <a:ext cx="5749200" cy="21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Pridať info do </a:t>
            </a:r>
            <a:r>
              <a:rPr b="1" lang="sk-SK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co_sme_sa_naucili.txt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sk-SK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Pridať info do </a:t>
            </a:r>
            <a:r>
              <a:rPr b="1" lang="sk-SK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co_sa_chceme_naucit.txt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Experiment so zlo</a:t>
            </a:r>
            <a:r>
              <a:rPr b="0" lang="sk-SK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žkou </a:t>
            </a:r>
            <a:r>
              <a:rPr b="1" lang="sk-SK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.git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2" descr=""/>
          <p:cNvPicPr/>
          <p:nvPr/>
        </p:nvPicPr>
        <p:blipFill>
          <a:blip r:embed="rId2"/>
          <a:stretch/>
        </p:blipFill>
        <p:spPr>
          <a:xfrm>
            <a:off x="7086600" y="3759120"/>
            <a:ext cx="3099240" cy="239436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1127</TotalTime>
  <Application>LibreOffice/25.2.6.2$Linux_X86_64 LibreOffice_project/40d1a0e1d5bdf1afaeae24d9ece32bbb00fa66a4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2020-07-29T08:31:55Z</dcterms:created>
  <dc:creator>Martin Kristien</dc:creator>
  <dc:description/>
  <dc:language>en-US</dc:language>
  <cp:lastModifiedBy/>
  <dcterms:modified xsi:type="dcterms:W3CDTF">2025-11-26T15:47:58Z</dcterms:modified>
  <cp:revision>47</cp:revision>
  <dc:subject/>
  <dc:title>Git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8</vt:r8>
  </property>
</Properties>
</file>